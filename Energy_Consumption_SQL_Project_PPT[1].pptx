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8" r:id="rId5"/>
    <p:sldId id="273" r:id="rId6"/>
    <p:sldId id="274" r:id="rId7"/>
    <p:sldId id="275" r:id="rId8"/>
    <p:sldId id="259" r:id="rId9"/>
    <p:sldId id="264" r:id="rId10"/>
    <p:sldId id="265" r:id="rId11"/>
    <p:sldId id="270" r:id="rId12"/>
    <p:sldId id="266" r:id="rId13"/>
    <p:sldId id="267" r:id="rId14"/>
    <p:sldId id="269" r:id="rId15"/>
    <p:sldId id="268" r:id="rId16"/>
    <p:sldId id="271" r:id="rId17"/>
    <p:sldId id="277" r:id="rId18"/>
    <p:sldId id="260" r:id="rId19"/>
    <p:sldId id="261" r:id="rId20"/>
    <p:sldId id="262" r:id="rId21"/>
    <p:sldId id="263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8EC40-BD21-4AC6-A04E-A0C682157FA8}" v="85" dt="2026-02-28T06:50:21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vala ganesh" userId="6d2a3b079772fcb5" providerId="LiveId" clId="{330A83DB-9961-46A6-9908-9C45D12B3CFB}"/>
    <pc:docChg chg="undo custSel addSld delSld modSld">
      <pc:chgData name="sivvala ganesh" userId="6d2a3b079772fcb5" providerId="LiveId" clId="{330A83DB-9961-46A6-9908-9C45D12B3CFB}" dt="2026-02-28T07:06:41.124" v="755" actId="1076"/>
      <pc:docMkLst>
        <pc:docMk/>
      </pc:docMkLst>
      <pc:sldChg chg="addSp modSp mod">
        <pc:chgData name="sivvala ganesh" userId="6d2a3b079772fcb5" providerId="LiveId" clId="{330A83DB-9961-46A6-9908-9C45D12B3CFB}" dt="2026-02-28T03:51:57.615" v="62" actId="1076"/>
        <pc:sldMkLst>
          <pc:docMk/>
          <pc:sldMk cId="0" sldId="256"/>
        </pc:sldMkLst>
        <pc:picChg chg="add mod">
          <ac:chgData name="sivvala ganesh" userId="6d2a3b079772fcb5" providerId="LiveId" clId="{330A83DB-9961-46A6-9908-9C45D12B3CFB}" dt="2026-02-28T03:51:57.615" v="62" actId="1076"/>
          <ac:picMkLst>
            <pc:docMk/>
            <pc:sldMk cId="0" sldId="256"/>
            <ac:picMk id="3" creationId="{75A3321B-78ED-FE25-9E9A-ED5B038098C6}"/>
          </ac:picMkLst>
        </pc:picChg>
      </pc:sldChg>
      <pc:sldChg chg="addSp modSp mod">
        <pc:chgData name="sivvala ganesh" userId="6d2a3b079772fcb5" providerId="LiveId" clId="{330A83DB-9961-46A6-9908-9C45D12B3CFB}" dt="2026-02-28T03:52:15.521" v="64" actId="1076"/>
        <pc:sldMkLst>
          <pc:docMk/>
          <pc:sldMk cId="0" sldId="257"/>
        </pc:sldMkLst>
        <pc:picChg chg="add mod">
          <ac:chgData name="sivvala ganesh" userId="6d2a3b079772fcb5" providerId="LiveId" clId="{330A83DB-9961-46A6-9908-9C45D12B3CFB}" dt="2026-02-28T03:52:05.022" v="63" actId="1076"/>
          <ac:picMkLst>
            <pc:docMk/>
            <pc:sldMk cId="0" sldId="257"/>
            <ac:picMk id="4" creationId="{7CFD2294-F966-ED5A-0100-44BA1AC3A779}"/>
          </ac:picMkLst>
        </pc:picChg>
        <pc:picChg chg="mod">
          <ac:chgData name="sivvala ganesh" userId="6d2a3b079772fcb5" providerId="LiveId" clId="{330A83DB-9961-46A6-9908-9C45D12B3CFB}" dt="2026-02-28T03:52:15.521" v="64" actId="1076"/>
          <ac:picMkLst>
            <pc:docMk/>
            <pc:sldMk cId="0" sldId="257"/>
            <ac:picMk id="1028" creationId="{9958BA58-C2EF-B039-03A7-2916A41AA9DE}"/>
          </ac:picMkLst>
        </pc:picChg>
      </pc:sldChg>
      <pc:sldChg chg="addSp modSp mod">
        <pc:chgData name="sivvala ganesh" userId="6d2a3b079772fcb5" providerId="LiveId" clId="{330A83DB-9961-46A6-9908-9C45D12B3CFB}" dt="2026-02-28T03:48:46.253" v="28" actId="14100"/>
        <pc:sldMkLst>
          <pc:docMk/>
          <pc:sldMk cId="0" sldId="259"/>
        </pc:sldMkLst>
        <pc:picChg chg="add mod">
          <ac:chgData name="sivvala ganesh" userId="6d2a3b079772fcb5" providerId="LiveId" clId="{330A83DB-9961-46A6-9908-9C45D12B3CFB}" dt="2026-02-28T03:48:46.253" v="28" actId="14100"/>
          <ac:picMkLst>
            <pc:docMk/>
            <pc:sldMk cId="0" sldId="259"/>
            <ac:picMk id="4" creationId="{212B561E-4D8D-0B32-3A95-8B42338A5A14}"/>
          </ac:picMkLst>
        </pc:picChg>
      </pc:sldChg>
      <pc:sldChg chg="addSp modSp mod">
        <pc:chgData name="sivvala ganesh" userId="6d2a3b079772fcb5" providerId="LiveId" clId="{330A83DB-9961-46A6-9908-9C45D12B3CFB}" dt="2026-02-28T03:51:01.551" v="54" actId="1076"/>
        <pc:sldMkLst>
          <pc:docMk/>
          <pc:sldMk cId="0" sldId="260"/>
        </pc:sldMkLst>
        <pc:picChg chg="add mod">
          <ac:chgData name="sivvala ganesh" userId="6d2a3b079772fcb5" providerId="LiveId" clId="{330A83DB-9961-46A6-9908-9C45D12B3CFB}" dt="2026-02-28T03:51:01.551" v="54" actId="1076"/>
          <ac:picMkLst>
            <pc:docMk/>
            <pc:sldMk cId="0" sldId="260"/>
            <ac:picMk id="4" creationId="{F1E259CD-4663-F60E-2756-735E71DA91C8}"/>
          </ac:picMkLst>
        </pc:picChg>
      </pc:sldChg>
      <pc:sldChg chg="addSp modSp mod">
        <pc:chgData name="sivvala ganesh" userId="6d2a3b079772fcb5" providerId="LiveId" clId="{330A83DB-9961-46A6-9908-9C45D12B3CFB}" dt="2026-02-28T03:51:12.079" v="56" actId="1076"/>
        <pc:sldMkLst>
          <pc:docMk/>
          <pc:sldMk cId="0" sldId="261"/>
        </pc:sldMkLst>
        <pc:picChg chg="add mod">
          <ac:chgData name="sivvala ganesh" userId="6d2a3b079772fcb5" providerId="LiveId" clId="{330A83DB-9961-46A6-9908-9C45D12B3CFB}" dt="2026-02-28T03:51:12.079" v="56" actId="1076"/>
          <ac:picMkLst>
            <pc:docMk/>
            <pc:sldMk cId="0" sldId="261"/>
            <ac:picMk id="4" creationId="{7D64EDA7-9573-F062-E9E7-CE0C3FC8BE39}"/>
          </ac:picMkLst>
        </pc:picChg>
      </pc:sldChg>
      <pc:sldChg chg="addSp modSp mod">
        <pc:chgData name="sivvala ganesh" userId="6d2a3b079772fcb5" providerId="LiveId" clId="{330A83DB-9961-46A6-9908-9C45D12B3CFB}" dt="2026-02-28T03:51:22.263" v="58" actId="1076"/>
        <pc:sldMkLst>
          <pc:docMk/>
          <pc:sldMk cId="0" sldId="262"/>
        </pc:sldMkLst>
        <pc:picChg chg="add mod">
          <ac:chgData name="sivvala ganesh" userId="6d2a3b079772fcb5" providerId="LiveId" clId="{330A83DB-9961-46A6-9908-9C45D12B3CFB}" dt="2026-02-28T03:51:22.263" v="58" actId="1076"/>
          <ac:picMkLst>
            <pc:docMk/>
            <pc:sldMk cId="0" sldId="262"/>
            <ac:picMk id="4" creationId="{82CEC151-AF03-F7C9-1E3F-BC34385845FF}"/>
          </ac:picMkLst>
        </pc:picChg>
      </pc:sldChg>
      <pc:sldChg chg="addSp modSp mod">
        <pc:chgData name="sivvala ganesh" userId="6d2a3b079772fcb5" providerId="LiveId" clId="{330A83DB-9961-46A6-9908-9C45D12B3CFB}" dt="2026-02-28T03:51:33.922" v="60" actId="1076"/>
        <pc:sldMkLst>
          <pc:docMk/>
          <pc:sldMk cId="0" sldId="263"/>
        </pc:sldMkLst>
        <pc:picChg chg="add mod">
          <ac:chgData name="sivvala ganesh" userId="6d2a3b079772fcb5" providerId="LiveId" clId="{330A83DB-9961-46A6-9908-9C45D12B3CFB}" dt="2026-02-28T03:51:33.922" v="60" actId="1076"/>
          <ac:picMkLst>
            <pc:docMk/>
            <pc:sldMk cId="0" sldId="263"/>
            <ac:picMk id="4" creationId="{28A6C4B2-1F71-556D-C30D-1BFCB67BA1D2}"/>
          </ac:picMkLst>
        </pc:picChg>
      </pc:sldChg>
      <pc:sldChg chg="addSp modSp mod">
        <pc:chgData name="sivvala ganesh" userId="6d2a3b079772fcb5" providerId="LiveId" clId="{330A83DB-9961-46A6-9908-9C45D12B3CFB}" dt="2026-02-28T05:57:50.337" v="291" actId="20577"/>
        <pc:sldMkLst>
          <pc:docMk/>
          <pc:sldMk cId="3474326252" sldId="264"/>
        </pc:sldMkLst>
        <pc:spChg chg="add mod">
          <ac:chgData name="sivvala ganesh" userId="6d2a3b079772fcb5" providerId="LiveId" clId="{330A83DB-9961-46A6-9908-9C45D12B3CFB}" dt="2026-02-28T05:57:50.337" v="291" actId="20577"/>
          <ac:spMkLst>
            <pc:docMk/>
            <pc:sldMk cId="3474326252" sldId="264"/>
            <ac:spMk id="6" creationId="{28D25549-D78B-5443-731E-9CB4275B3847}"/>
          </ac:spMkLst>
        </pc:spChg>
        <pc:picChg chg="add mod">
          <ac:chgData name="sivvala ganesh" userId="6d2a3b079772fcb5" providerId="LiveId" clId="{330A83DB-9961-46A6-9908-9C45D12B3CFB}" dt="2026-02-28T03:49:12.612" v="34" actId="1035"/>
          <ac:picMkLst>
            <pc:docMk/>
            <pc:sldMk cId="3474326252" sldId="264"/>
            <ac:picMk id="3" creationId="{D2E61C75-BC5F-0B6B-CE32-4E7CE7E6C1CD}"/>
          </ac:picMkLst>
        </pc:picChg>
        <pc:picChg chg="mod">
          <ac:chgData name="sivvala ganesh" userId="6d2a3b079772fcb5" providerId="LiveId" clId="{330A83DB-9961-46A6-9908-9C45D12B3CFB}" dt="2026-02-28T05:43:46.278" v="280" actId="1076"/>
          <ac:picMkLst>
            <pc:docMk/>
            <pc:sldMk cId="3474326252" sldId="264"/>
            <ac:picMk id="5" creationId="{00000000-0000-0000-0000-000000000000}"/>
          </ac:picMkLst>
        </pc:picChg>
      </pc:sldChg>
      <pc:sldChg chg="addSp delSp modSp mod">
        <pc:chgData name="sivvala ganesh" userId="6d2a3b079772fcb5" providerId="LiveId" clId="{330A83DB-9961-46A6-9908-9C45D12B3CFB}" dt="2026-02-28T07:06:28.765" v="754" actId="1076"/>
        <pc:sldMkLst>
          <pc:docMk/>
          <pc:sldMk cId="644342433" sldId="265"/>
        </pc:sldMkLst>
        <pc:spChg chg="add del mod">
          <ac:chgData name="sivvala ganesh" userId="6d2a3b079772fcb5" providerId="LiveId" clId="{330A83DB-9961-46A6-9908-9C45D12B3CFB}" dt="2026-02-28T06:02:43.349" v="298"/>
          <ac:spMkLst>
            <pc:docMk/>
            <pc:sldMk cId="644342433" sldId="265"/>
            <ac:spMk id="6" creationId="{DCA90A62-C310-8FBD-73EA-D75974461910}"/>
          </ac:spMkLst>
        </pc:spChg>
        <pc:spChg chg="add mod">
          <ac:chgData name="sivvala ganesh" userId="6d2a3b079772fcb5" providerId="LiveId" clId="{330A83DB-9961-46A6-9908-9C45D12B3CFB}" dt="2026-02-28T06:05:43.719" v="317" actId="1076"/>
          <ac:spMkLst>
            <pc:docMk/>
            <pc:sldMk cId="644342433" sldId="265"/>
            <ac:spMk id="7" creationId="{2AE0643F-71FA-9ECE-C3FD-E6E1050DC02D}"/>
          </ac:spMkLst>
        </pc:spChg>
        <pc:picChg chg="add mod">
          <ac:chgData name="sivvala ganesh" userId="6d2a3b079772fcb5" providerId="LiveId" clId="{330A83DB-9961-46A6-9908-9C45D12B3CFB}" dt="2026-02-28T03:49:34.574" v="37" actId="1076"/>
          <ac:picMkLst>
            <pc:docMk/>
            <pc:sldMk cId="644342433" sldId="265"/>
            <ac:picMk id="3" creationId="{02336F30-9464-BD88-0AA8-11142D5004A2}"/>
          </ac:picMkLst>
        </pc:picChg>
        <pc:picChg chg="mod">
          <ac:chgData name="sivvala ganesh" userId="6d2a3b079772fcb5" providerId="LiveId" clId="{330A83DB-9961-46A6-9908-9C45D12B3CFB}" dt="2026-02-28T05:58:30.598" v="295" actId="1076"/>
          <ac:picMkLst>
            <pc:docMk/>
            <pc:sldMk cId="644342433" sldId="265"/>
            <ac:picMk id="4" creationId="{00000000-0000-0000-0000-000000000000}"/>
          </ac:picMkLst>
        </pc:picChg>
        <pc:picChg chg="mod">
          <ac:chgData name="sivvala ganesh" userId="6d2a3b079772fcb5" providerId="LiveId" clId="{330A83DB-9961-46A6-9908-9C45D12B3CFB}" dt="2026-02-28T07:06:28.765" v="754" actId="1076"/>
          <ac:picMkLst>
            <pc:docMk/>
            <pc:sldMk cId="644342433" sldId="265"/>
            <ac:picMk id="5" creationId="{00000000-0000-0000-0000-000000000000}"/>
          </ac:picMkLst>
        </pc:picChg>
      </pc:sldChg>
      <pc:sldChg chg="addSp modSp mod">
        <pc:chgData name="sivvala ganesh" userId="6d2a3b079772fcb5" providerId="LiveId" clId="{330A83DB-9961-46A6-9908-9C45D12B3CFB}" dt="2026-02-28T06:22:56.343" v="541" actId="20577"/>
        <pc:sldMkLst>
          <pc:docMk/>
          <pc:sldMk cId="306281681" sldId="266"/>
        </pc:sldMkLst>
        <pc:spChg chg="add mod">
          <ac:chgData name="sivvala ganesh" userId="6d2a3b079772fcb5" providerId="LiveId" clId="{330A83DB-9961-46A6-9908-9C45D12B3CFB}" dt="2026-02-28T06:22:56.343" v="541" actId="20577"/>
          <ac:spMkLst>
            <pc:docMk/>
            <pc:sldMk cId="306281681" sldId="266"/>
            <ac:spMk id="6" creationId="{9CECEFCE-F13F-F021-A070-369D5DDF887E}"/>
          </ac:spMkLst>
        </pc:spChg>
        <pc:picChg chg="add mod">
          <ac:chgData name="sivvala ganesh" userId="6d2a3b079772fcb5" providerId="LiveId" clId="{330A83DB-9961-46A6-9908-9C45D12B3CFB}" dt="2026-02-28T03:49:56.410" v="41" actId="1076"/>
          <ac:picMkLst>
            <pc:docMk/>
            <pc:sldMk cId="306281681" sldId="266"/>
            <ac:picMk id="3" creationId="{F0DA4A87-F439-5A6F-663A-5B3396D84908}"/>
          </ac:picMkLst>
        </pc:picChg>
        <pc:picChg chg="mod">
          <ac:chgData name="sivvala ganesh" userId="6d2a3b079772fcb5" providerId="LiveId" clId="{330A83DB-9961-46A6-9908-9C45D12B3CFB}" dt="2026-02-28T06:10:34.598" v="332" actId="1076"/>
          <ac:picMkLst>
            <pc:docMk/>
            <pc:sldMk cId="306281681" sldId="266"/>
            <ac:picMk id="4" creationId="{00000000-0000-0000-0000-000000000000}"/>
          </ac:picMkLst>
        </pc:picChg>
        <pc:picChg chg="mod">
          <ac:chgData name="sivvala ganesh" userId="6d2a3b079772fcb5" providerId="LiveId" clId="{330A83DB-9961-46A6-9908-9C45D12B3CFB}" dt="2026-02-28T06:10:37.515" v="333" actId="1076"/>
          <ac:picMkLst>
            <pc:docMk/>
            <pc:sldMk cId="306281681" sldId="266"/>
            <ac:picMk id="5" creationId="{00000000-0000-0000-0000-000000000000}"/>
          </ac:picMkLst>
        </pc:picChg>
      </pc:sldChg>
      <pc:sldChg chg="addSp modSp mod">
        <pc:chgData name="sivvala ganesh" userId="6d2a3b079772fcb5" providerId="LiveId" clId="{330A83DB-9961-46A6-9908-9C45D12B3CFB}" dt="2026-02-28T07:06:41.124" v="755" actId="1076"/>
        <pc:sldMkLst>
          <pc:docMk/>
          <pc:sldMk cId="813866229" sldId="267"/>
        </pc:sldMkLst>
        <pc:spChg chg="add mod">
          <ac:chgData name="sivvala ganesh" userId="6d2a3b079772fcb5" providerId="LiveId" clId="{330A83DB-9961-46A6-9908-9C45D12B3CFB}" dt="2026-02-28T06:46:49.670" v="684" actId="1076"/>
          <ac:spMkLst>
            <pc:docMk/>
            <pc:sldMk cId="813866229" sldId="267"/>
            <ac:spMk id="4" creationId="{A8078D35-B2A8-4E6B-DBB9-5C5555E46230}"/>
          </ac:spMkLst>
        </pc:spChg>
        <pc:picChg chg="add mod">
          <ac:chgData name="sivvala ganesh" userId="6d2a3b079772fcb5" providerId="LiveId" clId="{330A83DB-9961-46A6-9908-9C45D12B3CFB}" dt="2026-02-28T03:50:07.819" v="43" actId="1076"/>
          <ac:picMkLst>
            <pc:docMk/>
            <pc:sldMk cId="813866229" sldId="267"/>
            <ac:picMk id="3" creationId="{394FFF2F-2EF5-2D1D-15F2-6E3B964E5E08}"/>
          </ac:picMkLst>
        </pc:picChg>
        <pc:picChg chg="mod">
          <ac:chgData name="sivvala ganesh" userId="6d2a3b079772fcb5" providerId="LiveId" clId="{330A83DB-9961-46A6-9908-9C45D12B3CFB}" dt="2026-02-28T06:44:17.821" v="665" actId="1076"/>
          <ac:picMkLst>
            <pc:docMk/>
            <pc:sldMk cId="813866229" sldId="267"/>
            <ac:picMk id="7" creationId="{00000000-0000-0000-0000-000000000000}"/>
          </ac:picMkLst>
        </pc:picChg>
        <pc:picChg chg="mod">
          <ac:chgData name="sivvala ganesh" userId="6d2a3b079772fcb5" providerId="LiveId" clId="{330A83DB-9961-46A6-9908-9C45D12B3CFB}" dt="2026-02-28T07:06:41.124" v="755" actId="1076"/>
          <ac:picMkLst>
            <pc:docMk/>
            <pc:sldMk cId="813866229" sldId="267"/>
            <ac:picMk id="8" creationId="{00000000-0000-0000-0000-000000000000}"/>
          </ac:picMkLst>
        </pc:picChg>
      </pc:sldChg>
      <pc:sldChg chg="addSp modSp mod">
        <pc:chgData name="sivvala ganesh" userId="6d2a3b079772fcb5" providerId="LiveId" clId="{330A83DB-9961-46A6-9908-9C45D12B3CFB}" dt="2026-02-28T06:51:57.883" v="753" actId="20577"/>
        <pc:sldMkLst>
          <pc:docMk/>
          <pc:sldMk cId="2929619592" sldId="268"/>
        </pc:sldMkLst>
        <pc:spChg chg="add mod">
          <ac:chgData name="sivvala ganesh" userId="6d2a3b079772fcb5" providerId="LiveId" clId="{330A83DB-9961-46A6-9908-9C45D12B3CFB}" dt="2026-02-28T06:51:57.883" v="753" actId="20577"/>
          <ac:spMkLst>
            <pc:docMk/>
            <pc:sldMk cId="2929619592" sldId="268"/>
            <ac:spMk id="6" creationId="{5F077AAE-F369-C56C-5648-8EA8477D510A}"/>
          </ac:spMkLst>
        </pc:spChg>
        <pc:picChg chg="add mod">
          <ac:chgData name="sivvala ganesh" userId="6d2a3b079772fcb5" providerId="LiveId" clId="{330A83DB-9961-46A6-9908-9C45D12B3CFB}" dt="2026-02-28T03:50:29.043" v="48" actId="14100"/>
          <ac:picMkLst>
            <pc:docMk/>
            <pc:sldMk cId="2929619592" sldId="268"/>
            <ac:picMk id="3" creationId="{C131A802-B5AB-1E83-7734-F73E8380ED85}"/>
          </ac:picMkLst>
        </pc:picChg>
        <pc:picChg chg="mod">
          <ac:chgData name="sivvala ganesh" userId="6d2a3b079772fcb5" providerId="LiveId" clId="{330A83DB-9961-46A6-9908-9C45D12B3CFB}" dt="2026-02-28T06:31:38.783" v="568" actId="1076"/>
          <ac:picMkLst>
            <pc:docMk/>
            <pc:sldMk cId="2929619592" sldId="268"/>
            <ac:picMk id="4" creationId="{00000000-0000-0000-0000-000000000000}"/>
          </ac:picMkLst>
        </pc:picChg>
        <pc:picChg chg="mod">
          <ac:chgData name="sivvala ganesh" userId="6d2a3b079772fcb5" providerId="LiveId" clId="{330A83DB-9961-46A6-9908-9C45D12B3CFB}" dt="2026-02-28T06:31:35.677" v="567" actId="1076"/>
          <ac:picMkLst>
            <pc:docMk/>
            <pc:sldMk cId="2929619592" sldId="268"/>
            <ac:picMk id="5" creationId="{00000000-0000-0000-0000-000000000000}"/>
          </ac:picMkLst>
        </pc:picChg>
      </pc:sldChg>
      <pc:sldChg chg="addSp modSp mod">
        <pc:chgData name="sivvala ganesh" userId="6d2a3b079772fcb5" providerId="LiveId" clId="{330A83DB-9961-46A6-9908-9C45D12B3CFB}" dt="2026-02-28T06:29:54.316" v="566" actId="20577"/>
        <pc:sldMkLst>
          <pc:docMk/>
          <pc:sldMk cId="3194711020" sldId="269"/>
        </pc:sldMkLst>
        <pc:spChg chg="add mod">
          <ac:chgData name="sivvala ganesh" userId="6d2a3b079772fcb5" providerId="LiveId" clId="{330A83DB-9961-46A6-9908-9C45D12B3CFB}" dt="2026-02-28T06:29:54.316" v="566" actId="20577"/>
          <ac:spMkLst>
            <pc:docMk/>
            <pc:sldMk cId="3194711020" sldId="269"/>
            <ac:spMk id="6" creationId="{28331F8B-FFDF-B2A6-5623-EB405DF91F01}"/>
          </ac:spMkLst>
        </pc:spChg>
        <pc:picChg chg="add mod">
          <ac:chgData name="sivvala ganesh" userId="6d2a3b079772fcb5" providerId="LiveId" clId="{330A83DB-9961-46A6-9908-9C45D12B3CFB}" dt="2026-02-28T03:50:14.725" v="45" actId="1076"/>
          <ac:picMkLst>
            <pc:docMk/>
            <pc:sldMk cId="3194711020" sldId="269"/>
            <ac:picMk id="3" creationId="{39E7A9DD-69E0-918E-4C08-7E54E0A54B55}"/>
          </ac:picMkLst>
        </pc:picChg>
      </pc:sldChg>
      <pc:sldChg chg="addSp modSp mod">
        <pc:chgData name="sivvala ganesh" userId="6d2a3b079772fcb5" providerId="LiveId" clId="{330A83DB-9961-46A6-9908-9C45D12B3CFB}" dt="2026-02-28T06:09:50.628" v="331" actId="1076"/>
        <pc:sldMkLst>
          <pc:docMk/>
          <pc:sldMk cId="1149857518" sldId="270"/>
        </pc:sldMkLst>
        <pc:spChg chg="add mod">
          <ac:chgData name="sivvala ganesh" userId="6d2a3b079772fcb5" providerId="LiveId" clId="{330A83DB-9961-46A6-9908-9C45D12B3CFB}" dt="2026-02-28T06:09:50.628" v="331" actId="1076"/>
          <ac:spMkLst>
            <pc:docMk/>
            <pc:sldMk cId="1149857518" sldId="270"/>
            <ac:spMk id="5" creationId="{35362838-E33B-5891-0E43-D4FB04CC8CA0}"/>
          </ac:spMkLst>
        </pc:spChg>
        <pc:picChg chg="add mod">
          <ac:chgData name="sivvala ganesh" userId="6d2a3b079772fcb5" providerId="LiveId" clId="{330A83DB-9961-46A6-9908-9C45D12B3CFB}" dt="2026-02-28T03:49:43.617" v="39" actId="1076"/>
          <ac:picMkLst>
            <pc:docMk/>
            <pc:sldMk cId="1149857518" sldId="270"/>
            <ac:picMk id="3" creationId="{A0C01B7C-098F-562C-E186-1138CDB21B0D}"/>
          </ac:picMkLst>
        </pc:picChg>
        <pc:picChg chg="mod">
          <ac:chgData name="sivvala ganesh" userId="6d2a3b079772fcb5" providerId="LiveId" clId="{330A83DB-9961-46A6-9908-9C45D12B3CFB}" dt="2026-02-28T06:06:54.351" v="318" actId="1076"/>
          <ac:picMkLst>
            <pc:docMk/>
            <pc:sldMk cId="1149857518" sldId="270"/>
            <ac:picMk id="4" creationId="{00000000-0000-0000-0000-000000000000}"/>
          </ac:picMkLst>
        </pc:picChg>
        <pc:picChg chg="mod">
          <ac:chgData name="sivvala ganesh" userId="6d2a3b079772fcb5" providerId="LiveId" clId="{330A83DB-9961-46A6-9908-9C45D12B3CFB}" dt="2026-02-28T06:07:03.062" v="320" actId="14100"/>
          <ac:picMkLst>
            <pc:docMk/>
            <pc:sldMk cId="1149857518" sldId="270"/>
            <ac:picMk id="6" creationId="{00000000-0000-0000-0000-000000000000}"/>
          </ac:picMkLst>
        </pc:picChg>
      </pc:sldChg>
      <pc:sldChg chg="addSp modSp mod">
        <pc:chgData name="sivvala ganesh" userId="6d2a3b079772fcb5" providerId="LiveId" clId="{330A83DB-9961-46A6-9908-9C45D12B3CFB}" dt="2026-02-28T06:48:33.735" v="686" actId="1076"/>
        <pc:sldMkLst>
          <pc:docMk/>
          <pc:sldMk cId="1927795482" sldId="271"/>
        </pc:sldMkLst>
        <pc:spChg chg="add mod">
          <ac:chgData name="sivvala ganesh" userId="6d2a3b079772fcb5" providerId="LiveId" clId="{330A83DB-9961-46A6-9908-9C45D12B3CFB}" dt="2026-02-28T06:48:33.735" v="686" actId="1076"/>
          <ac:spMkLst>
            <pc:docMk/>
            <pc:sldMk cId="1927795482" sldId="271"/>
            <ac:spMk id="6" creationId="{70253881-121A-9F2E-D03A-EC9723EA56BB}"/>
          </ac:spMkLst>
        </pc:spChg>
        <pc:picChg chg="add mod">
          <ac:chgData name="sivvala ganesh" userId="6d2a3b079772fcb5" providerId="LiveId" clId="{330A83DB-9961-46A6-9908-9C45D12B3CFB}" dt="2026-02-28T03:50:48.040" v="52" actId="1076"/>
          <ac:picMkLst>
            <pc:docMk/>
            <pc:sldMk cId="1927795482" sldId="271"/>
            <ac:picMk id="3" creationId="{03BCCD61-9C2F-857F-6D9D-60A63C4F3433}"/>
          </ac:picMkLst>
        </pc:picChg>
        <pc:picChg chg="mod">
          <ac:chgData name="sivvala ganesh" userId="6d2a3b079772fcb5" providerId="LiveId" clId="{330A83DB-9961-46A6-9908-9C45D12B3CFB}" dt="2026-02-28T06:36:43.277" v="606" actId="1076"/>
          <ac:picMkLst>
            <pc:docMk/>
            <pc:sldMk cId="1927795482" sldId="271"/>
            <ac:picMk id="4" creationId="{00000000-0000-0000-0000-000000000000}"/>
          </ac:picMkLst>
        </pc:picChg>
        <pc:picChg chg="mod">
          <ac:chgData name="sivvala ganesh" userId="6d2a3b079772fcb5" providerId="LiveId" clId="{330A83DB-9961-46A6-9908-9C45D12B3CFB}" dt="2026-02-28T06:36:53.949" v="609" actId="14100"/>
          <ac:picMkLst>
            <pc:docMk/>
            <pc:sldMk cId="1927795482" sldId="271"/>
            <ac:picMk id="5" creationId="{00000000-0000-0000-0000-000000000000}"/>
          </ac:picMkLst>
        </pc:picChg>
      </pc:sldChg>
      <pc:sldChg chg="addSp modSp mod">
        <pc:chgData name="sivvala ganesh" userId="6d2a3b079772fcb5" providerId="LiveId" clId="{330A83DB-9961-46A6-9908-9C45D12B3CFB}" dt="2026-02-28T05:13:57.519" v="279" actId="113"/>
        <pc:sldMkLst>
          <pc:docMk/>
          <pc:sldMk cId="2479410426" sldId="273"/>
        </pc:sldMkLst>
        <pc:spChg chg="add mod">
          <ac:chgData name="sivvala ganesh" userId="6d2a3b079772fcb5" providerId="LiveId" clId="{330A83DB-9961-46A6-9908-9C45D12B3CFB}" dt="2026-02-28T05:13:57.519" v="279" actId="113"/>
          <ac:spMkLst>
            <pc:docMk/>
            <pc:sldMk cId="2479410426" sldId="273"/>
            <ac:spMk id="4" creationId="{1040AD3F-312F-BC13-E19C-67D0743A9523}"/>
          </ac:spMkLst>
        </pc:spChg>
        <pc:spChg chg="mod">
          <ac:chgData name="sivvala ganesh" userId="6d2a3b079772fcb5" providerId="LiveId" clId="{330A83DB-9961-46A6-9908-9C45D12B3CFB}" dt="2026-02-28T05:08:04.925" v="212" actId="1076"/>
          <ac:spMkLst>
            <pc:docMk/>
            <pc:sldMk cId="2479410426" sldId="273"/>
            <ac:spMk id="9" creationId="{C489EF23-5B0B-E4EA-7A6D-7D375075C677}"/>
          </ac:spMkLst>
        </pc:spChg>
        <pc:spChg chg="mod">
          <ac:chgData name="sivvala ganesh" userId="6d2a3b079772fcb5" providerId="LiveId" clId="{330A83DB-9961-46A6-9908-9C45D12B3CFB}" dt="2026-02-28T05:12:59.111" v="278" actId="1076"/>
          <ac:spMkLst>
            <pc:docMk/>
            <pc:sldMk cId="2479410426" sldId="273"/>
            <ac:spMk id="10" creationId="{B29954A4-051C-9E4C-CEAF-B85F5B5F11A6}"/>
          </ac:spMkLst>
        </pc:spChg>
        <pc:picChg chg="add mod">
          <ac:chgData name="sivvala ganesh" userId="6d2a3b079772fcb5" providerId="LiveId" clId="{330A83DB-9961-46A6-9908-9C45D12B3CFB}" dt="2026-02-28T03:47:58.404" v="20" actId="14100"/>
          <ac:picMkLst>
            <pc:docMk/>
            <pc:sldMk cId="2479410426" sldId="273"/>
            <ac:picMk id="2" creationId="{EC6E9ACE-8BBA-423E-A1BE-B4EF616FE566}"/>
          </ac:picMkLst>
        </pc:picChg>
        <pc:picChg chg="mod">
          <ac:chgData name="sivvala ganesh" userId="6d2a3b079772fcb5" providerId="LiveId" clId="{330A83DB-9961-46A6-9908-9C45D12B3CFB}" dt="2026-02-28T05:08:36.422" v="215" actId="14100"/>
          <ac:picMkLst>
            <pc:docMk/>
            <pc:sldMk cId="2479410426" sldId="273"/>
            <ac:picMk id="3" creationId="{5BE35C1A-629C-A0AC-0AEF-E3E00BE7FD42}"/>
          </ac:picMkLst>
        </pc:picChg>
        <pc:picChg chg="mod">
          <ac:chgData name="sivvala ganesh" userId="6d2a3b079772fcb5" providerId="LiveId" clId="{330A83DB-9961-46A6-9908-9C45D12B3CFB}" dt="2026-02-28T05:08:41.147" v="216" actId="14100"/>
          <ac:picMkLst>
            <pc:docMk/>
            <pc:sldMk cId="2479410426" sldId="273"/>
            <ac:picMk id="5" creationId="{C589D2E7-3980-A022-F581-86F954C7272B}"/>
          </ac:picMkLst>
        </pc:picChg>
      </pc:sldChg>
      <pc:sldChg chg="addSp modSp mod">
        <pc:chgData name="sivvala ganesh" userId="6d2a3b079772fcb5" providerId="LiveId" clId="{330A83DB-9961-46A6-9908-9C45D12B3CFB}" dt="2026-02-28T05:11:26.232" v="232" actId="1076"/>
        <pc:sldMkLst>
          <pc:docMk/>
          <pc:sldMk cId="1749981055" sldId="274"/>
        </pc:sldMkLst>
        <pc:spChg chg="mod">
          <ac:chgData name="sivvala ganesh" userId="6d2a3b079772fcb5" providerId="LiveId" clId="{330A83DB-9961-46A6-9908-9C45D12B3CFB}" dt="2026-02-28T05:11:14.574" v="230" actId="1076"/>
          <ac:spMkLst>
            <pc:docMk/>
            <pc:sldMk cId="1749981055" sldId="274"/>
            <ac:spMk id="4" creationId="{F10AFBFD-3CFE-8A92-3793-6510C937CBB3}"/>
          </ac:spMkLst>
        </pc:spChg>
        <pc:spChg chg="mod">
          <ac:chgData name="sivvala ganesh" userId="6d2a3b079772fcb5" providerId="LiveId" clId="{330A83DB-9961-46A6-9908-9C45D12B3CFB}" dt="2026-02-28T05:11:26.232" v="232" actId="1076"/>
          <ac:spMkLst>
            <pc:docMk/>
            <pc:sldMk cId="1749981055" sldId="274"/>
            <ac:spMk id="7" creationId="{FEA9F518-CCFC-2763-0A20-073205CCD790}"/>
          </ac:spMkLst>
        </pc:spChg>
        <pc:picChg chg="add mod">
          <ac:chgData name="sivvala ganesh" userId="6d2a3b079772fcb5" providerId="LiveId" clId="{330A83DB-9961-46A6-9908-9C45D12B3CFB}" dt="2026-02-28T03:48:14.942" v="23" actId="1076"/>
          <ac:picMkLst>
            <pc:docMk/>
            <pc:sldMk cId="1749981055" sldId="274"/>
            <ac:picMk id="2" creationId="{E858145C-8083-C3B5-55FF-4A377C316545}"/>
          </ac:picMkLst>
        </pc:picChg>
        <pc:picChg chg="mod">
          <ac:chgData name="sivvala ganesh" userId="6d2a3b079772fcb5" providerId="LiveId" clId="{330A83DB-9961-46A6-9908-9C45D12B3CFB}" dt="2026-02-28T05:09:09.831" v="220" actId="14100"/>
          <ac:picMkLst>
            <pc:docMk/>
            <pc:sldMk cId="1749981055" sldId="274"/>
            <ac:picMk id="3" creationId="{675C7758-7AA1-8C18-6F49-BF3685622FCC}"/>
          </ac:picMkLst>
        </pc:picChg>
        <pc:picChg chg="mod">
          <ac:chgData name="sivvala ganesh" userId="6d2a3b079772fcb5" providerId="LiveId" clId="{330A83DB-9961-46A6-9908-9C45D12B3CFB}" dt="2026-02-28T05:09:04.653" v="219" actId="14100"/>
          <ac:picMkLst>
            <pc:docMk/>
            <pc:sldMk cId="1749981055" sldId="274"/>
            <ac:picMk id="6" creationId="{7CFCE6E6-DAF2-859A-4854-52F608AC7DEA}"/>
          </ac:picMkLst>
        </pc:picChg>
      </pc:sldChg>
      <pc:sldChg chg="addSp modSp mod">
        <pc:chgData name="sivvala ganesh" userId="6d2a3b079772fcb5" providerId="LiveId" clId="{330A83DB-9961-46A6-9908-9C45D12B3CFB}" dt="2026-02-28T05:10:42.175" v="228" actId="1076"/>
        <pc:sldMkLst>
          <pc:docMk/>
          <pc:sldMk cId="1697242728" sldId="275"/>
        </pc:sldMkLst>
        <pc:spChg chg="mod">
          <ac:chgData name="sivvala ganesh" userId="6d2a3b079772fcb5" providerId="LiveId" clId="{330A83DB-9961-46A6-9908-9C45D12B3CFB}" dt="2026-02-28T05:10:21.011" v="227" actId="1076"/>
          <ac:spMkLst>
            <pc:docMk/>
            <pc:sldMk cId="1697242728" sldId="275"/>
            <ac:spMk id="6" creationId="{F77B438F-31D5-0FB7-B22B-7A8C4F8F0E17}"/>
          </ac:spMkLst>
        </pc:spChg>
        <pc:spChg chg="mod">
          <ac:chgData name="sivvala ganesh" userId="6d2a3b079772fcb5" providerId="LiveId" clId="{330A83DB-9961-46A6-9908-9C45D12B3CFB}" dt="2026-02-28T05:10:42.175" v="228" actId="1076"/>
          <ac:spMkLst>
            <pc:docMk/>
            <pc:sldMk cId="1697242728" sldId="275"/>
            <ac:spMk id="7" creationId="{0647BFB1-D62A-B0CD-6EA3-74661BE2F775}"/>
          </ac:spMkLst>
        </pc:spChg>
        <pc:picChg chg="add mod">
          <ac:chgData name="sivvala ganesh" userId="6d2a3b079772fcb5" providerId="LiveId" clId="{330A83DB-9961-46A6-9908-9C45D12B3CFB}" dt="2026-02-28T03:52:35.518" v="65" actId="14100"/>
          <ac:picMkLst>
            <pc:docMk/>
            <pc:sldMk cId="1697242728" sldId="275"/>
            <ac:picMk id="2" creationId="{B227272C-BE78-5466-5E27-5FE5538EED86}"/>
          </ac:picMkLst>
        </pc:picChg>
        <pc:picChg chg="mod">
          <ac:chgData name="sivvala ganesh" userId="6d2a3b079772fcb5" providerId="LiveId" clId="{330A83DB-9961-46A6-9908-9C45D12B3CFB}" dt="2026-02-28T05:10:15.762" v="226" actId="14100"/>
          <ac:picMkLst>
            <pc:docMk/>
            <pc:sldMk cId="1697242728" sldId="275"/>
            <ac:picMk id="3" creationId="{3606AD81-A6FF-A2FC-9CB8-A8D8945ED95A}"/>
          </ac:picMkLst>
        </pc:picChg>
      </pc:sldChg>
      <pc:sldChg chg="addSp delSp modSp new mod setBg">
        <pc:chgData name="sivvala ganesh" userId="6d2a3b079772fcb5" providerId="LiveId" clId="{330A83DB-9961-46A6-9908-9C45D12B3CFB}" dt="2026-02-28T06:40:49.073" v="641" actId="20577"/>
        <pc:sldMkLst>
          <pc:docMk/>
          <pc:sldMk cId="745492994" sldId="277"/>
        </pc:sldMkLst>
        <pc:spChg chg="add del mod">
          <ac:chgData name="sivvala ganesh" userId="6d2a3b079772fcb5" providerId="LiveId" clId="{330A83DB-9961-46A6-9908-9C45D12B3CFB}" dt="2026-02-28T06:38:51.664" v="621"/>
          <ac:spMkLst>
            <pc:docMk/>
            <pc:sldMk cId="745492994" sldId="277"/>
            <ac:spMk id="2" creationId="{63FD60F7-BD0D-2E32-BA0A-32796B06D64F}"/>
          </ac:spMkLst>
        </pc:spChg>
        <pc:spChg chg="add mod">
          <ac:chgData name="sivvala ganesh" userId="6d2a3b079772fcb5" providerId="LiveId" clId="{330A83DB-9961-46A6-9908-9C45D12B3CFB}" dt="2026-02-28T06:40:49.073" v="641" actId="20577"/>
          <ac:spMkLst>
            <pc:docMk/>
            <pc:sldMk cId="745492994" sldId="277"/>
            <ac:spMk id="4" creationId="{8426DEDB-05EB-8010-7F35-A027675C3DAD}"/>
          </ac:spMkLst>
        </pc:spChg>
        <pc:spChg chg="add mod">
          <ac:chgData name="sivvala ganesh" userId="6d2a3b079772fcb5" providerId="LiveId" clId="{330A83DB-9961-46A6-9908-9C45D12B3CFB}" dt="2026-02-28T04:30:03.883" v="97" actId="115"/>
          <ac:spMkLst>
            <pc:docMk/>
            <pc:sldMk cId="745492994" sldId="277"/>
            <ac:spMk id="5" creationId="{8A31588E-63D9-81F1-7E9C-47A5EF964581}"/>
          </ac:spMkLst>
        </pc:spChg>
        <pc:picChg chg="add mod">
          <ac:chgData name="sivvala ganesh" userId="6d2a3b079772fcb5" providerId="LiveId" clId="{330A83DB-9961-46A6-9908-9C45D12B3CFB}" dt="2026-02-28T04:35:39.088" v="125" actId="1076"/>
          <ac:picMkLst>
            <pc:docMk/>
            <pc:sldMk cId="745492994" sldId="277"/>
            <ac:picMk id="3" creationId="{EA74100E-3E83-27CE-90EA-0656C22AF2D9}"/>
          </ac:picMkLst>
        </pc:picChg>
        <pc:picChg chg="add mod">
          <ac:chgData name="sivvala ganesh" userId="6d2a3b079772fcb5" providerId="LiveId" clId="{330A83DB-9961-46A6-9908-9C45D12B3CFB}" dt="2026-02-28T04:35:30.926" v="124" actId="1076"/>
          <ac:picMkLst>
            <pc:docMk/>
            <pc:sldMk cId="745492994" sldId="277"/>
            <ac:picMk id="7" creationId="{BE646E24-8515-4AE4-9E72-636F2223CAD0}"/>
          </ac:picMkLst>
        </pc:picChg>
        <pc:picChg chg="add mod">
          <ac:chgData name="sivvala ganesh" userId="6d2a3b079772fcb5" providerId="LiveId" clId="{330A83DB-9961-46A6-9908-9C45D12B3CFB}" dt="2026-02-28T04:30:16.478" v="98"/>
          <ac:picMkLst>
            <pc:docMk/>
            <pc:sldMk cId="745492994" sldId="277"/>
            <ac:picMk id="8" creationId="{EEECA9C3-50B7-B582-0185-4AC9D6B94BC8}"/>
          </ac:picMkLst>
        </pc:picChg>
      </pc:sldChg>
      <pc:sldChg chg="new del">
        <pc:chgData name="sivvala ganesh" userId="6d2a3b079772fcb5" providerId="LiveId" clId="{330A83DB-9961-46A6-9908-9C45D12B3CFB}" dt="2026-02-28T04:23:55.051" v="67" actId="2696"/>
        <pc:sldMkLst>
          <pc:docMk/>
          <pc:sldMk cId="3227184636" sldId="277"/>
        </pc:sldMkLst>
      </pc:sldChg>
      <pc:sldChg chg="addSp modSp new mod setBg">
        <pc:chgData name="sivvala ganesh" userId="6d2a3b079772fcb5" providerId="LiveId" clId="{330A83DB-9961-46A6-9908-9C45D12B3CFB}" dt="2026-02-28T05:07:08.791" v="206" actId="1076"/>
        <pc:sldMkLst>
          <pc:docMk/>
          <pc:sldMk cId="548766614" sldId="278"/>
        </pc:sldMkLst>
        <pc:spChg chg="add mod">
          <ac:chgData name="sivvala ganesh" userId="6d2a3b079772fcb5" providerId="LiveId" clId="{330A83DB-9961-46A6-9908-9C45D12B3CFB}" dt="2026-02-28T05:07:08.791" v="206" actId="1076"/>
          <ac:spMkLst>
            <pc:docMk/>
            <pc:sldMk cId="548766614" sldId="278"/>
            <ac:spMk id="14" creationId="{110AB4FB-1A01-DB42-F398-C36DC8ABBA3D}"/>
          </ac:spMkLst>
        </pc:spChg>
        <pc:picChg chg="add mod">
          <ac:chgData name="sivvala ganesh" userId="6d2a3b079772fcb5" providerId="LiveId" clId="{330A83DB-9961-46A6-9908-9C45D12B3CFB}" dt="2026-02-28T04:58:03.692" v="144" actId="14100"/>
          <ac:picMkLst>
            <pc:docMk/>
            <pc:sldMk cId="548766614" sldId="278"/>
            <ac:picMk id="3" creationId="{77DE9D14-FA31-6FC5-6F44-DFD87C59613C}"/>
          </ac:picMkLst>
        </pc:picChg>
        <pc:picChg chg="add mod">
          <ac:chgData name="sivvala ganesh" userId="6d2a3b079772fcb5" providerId="LiveId" clId="{330A83DB-9961-46A6-9908-9C45D12B3CFB}" dt="2026-02-28T04:54:00.368" v="130" actId="1076"/>
          <ac:picMkLst>
            <pc:docMk/>
            <pc:sldMk cId="548766614" sldId="278"/>
            <ac:picMk id="5" creationId="{1AF52943-64DA-3033-A9B9-1C6A9E95178A}"/>
          </ac:picMkLst>
        </pc:picChg>
        <pc:picChg chg="add mod">
          <ac:chgData name="sivvala ganesh" userId="6d2a3b079772fcb5" providerId="LiveId" clId="{330A83DB-9961-46A6-9908-9C45D12B3CFB}" dt="2026-02-28T04:58:25.136" v="147" actId="14100"/>
          <ac:picMkLst>
            <pc:docMk/>
            <pc:sldMk cId="548766614" sldId="278"/>
            <ac:picMk id="7" creationId="{22547052-8398-5C25-665C-C7C4D4055F33}"/>
          </ac:picMkLst>
        </pc:picChg>
        <pc:picChg chg="add mod">
          <ac:chgData name="sivvala ganesh" userId="6d2a3b079772fcb5" providerId="LiveId" clId="{330A83DB-9961-46A6-9908-9C45D12B3CFB}" dt="2026-02-28T04:58:43.842" v="149" actId="14100"/>
          <ac:picMkLst>
            <pc:docMk/>
            <pc:sldMk cId="548766614" sldId="278"/>
            <ac:picMk id="9" creationId="{98F86025-2F1E-279C-0891-51997CF239FB}"/>
          </ac:picMkLst>
        </pc:picChg>
        <pc:picChg chg="add mod">
          <ac:chgData name="sivvala ganesh" userId="6d2a3b079772fcb5" providerId="LiveId" clId="{330A83DB-9961-46A6-9908-9C45D12B3CFB}" dt="2026-02-28T04:58:57.671" v="152" actId="14100"/>
          <ac:picMkLst>
            <pc:docMk/>
            <pc:sldMk cId="548766614" sldId="278"/>
            <ac:picMk id="11" creationId="{53B39CA9-2F23-E0D6-5249-FF09E02EF92A}"/>
          </ac:picMkLst>
        </pc:picChg>
        <pc:picChg chg="add mod">
          <ac:chgData name="sivvala ganesh" userId="6d2a3b079772fcb5" providerId="LiveId" clId="{330A83DB-9961-46A6-9908-9C45D12B3CFB}" dt="2026-02-28T04:59:04.547" v="154" actId="14100"/>
          <ac:picMkLst>
            <pc:docMk/>
            <pc:sldMk cId="548766614" sldId="278"/>
            <ac:picMk id="13" creationId="{67261EAB-F35D-0457-D699-C3319485EBE8}"/>
          </ac:picMkLst>
        </pc:picChg>
        <pc:picChg chg="add mod">
          <ac:chgData name="sivvala ganesh" userId="6d2a3b079772fcb5" providerId="LiveId" clId="{330A83DB-9961-46A6-9908-9C45D12B3CFB}" dt="2026-02-28T05:02:16.150" v="190" actId="1035"/>
          <ac:picMkLst>
            <pc:docMk/>
            <pc:sldMk cId="548766614" sldId="278"/>
            <ac:picMk id="15" creationId="{143C4F32-6785-BB9F-B99C-3FB61A10A886}"/>
          </ac:picMkLst>
        </pc:picChg>
      </pc:sldChg>
      <pc:sldChg chg="add del">
        <pc:chgData name="sivvala ganesh" userId="6d2a3b079772fcb5" providerId="LiveId" clId="{330A83DB-9961-46A6-9908-9C45D12B3CFB}" dt="2026-02-28T04:24:15.703" v="70" actId="2696"/>
        <pc:sldMkLst>
          <pc:docMk/>
          <pc:sldMk cId="874765407" sldId="278"/>
        </pc:sldMkLst>
      </pc:sldChg>
      <pc:sldChg chg="add del">
        <pc:chgData name="sivvala ganesh" userId="6d2a3b079772fcb5" providerId="LiveId" clId="{330A83DB-9961-46A6-9908-9C45D12B3CFB}" dt="2026-02-28T04:24:31.195" v="72" actId="2696"/>
        <pc:sldMkLst>
          <pc:docMk/>
          <pc:sldMk cId="1223453027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Renewable energy – powering a safer future | United Nations">
            <a:extLst>
              <a:ext uri="{FF2B5EF4-FFF2-40B4-BE49-F238E27FC236}">
                <a16:creationId xmlns:a16="http://schemas.microsoft.com/office/drawing/2014/main" id="{CCB56D5E-E29E-4162-6DEA-009087808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" y="1841238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42963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&amp; Emission SQL Project</a:t>
            </a:r>
          </a:p>
        </p:txBody>
      </p:sp>
      <p:pic>
        <p:nvPicPr>
          <p:cNvPr id="4" name="Google Shape;98;p1">
            <a:extLst>
              <a:ext uri="{FF2B5EF4-FFF2-40B4-BE49-F238E27FC236}">
                <a16:creationId xmlns:a16="http://schemas.microsoft.com/office/drawing/2014/main" id="{87647450-3ED3-4216-A2AD-B676FB8C4B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1185" y="0"/>
            <a:ext cx="9142815" cy="22505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59026D-A8D4-2BEE-20DE-1266ABBE0261}"/>
              </a:ext>
            </a:extLst>
          </p:cNvPr>
          <p:cNvSpPr txBox="1"/>
          <p:nvPr/>
        </p:nvSpPr>
        <p:spPr>
          <a:xfrm>
            <a:off x="1474840" y="4522839"/>
            <a:ext cx="75872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 | Analysis &amp; Insights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E3A33-46FE-D173-A894-A082151DD306}"/>
              </a:ext>
            </a:extLst>
          </p:cNvPr>
          <p:cNvSpPr txBox="1"/>
          <p:nvPr/>
        </p:nvSpPr>
        <p:spPr>
          <a:xfrm>
            <a:off x="117987" y="5830529"/>
            <a:ext cx="326430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Moturi Kiran Sai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mudalapalli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Lakshman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Sivvala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Ganesh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D1923-E740-95D4-0060-EB35CEF35C85}"/>
              </a:ext>
            </a:extLst>
          </p:cNvPr>
          <p:cNvSpPr txBox="1"/>
          <p:nvPr/>
        </p:nvSpPr>
        <p:spPr>
          <a:xfrm>
            <a:off x="117987" y="5461197"/>
            <a:ext cx="2241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b="1" dirty="0"/>
              <a:t>:</a:t>
            </a:r>
          </a:p>
        </p:txBody>
      </p:sp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75A3321B-78ED-FE25-9E9A-ED5B03809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867" y="6233537"/>
            <a:ext cx="4027948" cy="75120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ow can Organizations reduce Energy Consumption?">
            <a:extLst>
              <a:ext uri="{FF2B5EF4-FFF2-40B4-BE49-F238E27FC236}">
                <a16:creationId xmlns:a16="http://schemas.microsoft.com/office/drawing/2014/main" id="{9958BA58-C2EF-B039-03A7-2916A41AA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19" y="-255628"/>
            <a:ext cx="9144000" cy="713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605629" cy="994172"/>
          </a:xfrm>
        </p:spPr>
        <p:txBody>
          <a:bodyPr>
            <a:norm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030" y="1029521"/>
            <a:ext cx="5605629" cy="5469602"/>
          </a:xfrm>
        </p:spPr>
        <p:txBody>
          <a:bodyPr anchor="ctr">
            <a:normAutofit lnSpcReduction="10000"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 database to analyze global energy consumption, production, GDP, and emissions.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energy usage trends across countries.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top contributors to emissions and GDP.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population impact on energy consumption.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global comparisons and key insights for sustainability.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A854ADB-FB0A-E0D3-1157-AF405EA42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pic>
        <p:nvPicPr>
          <p:cNvPr id="4" name="Picture 3" descr="A black and red text&#10;&#10;AI-generated content may be incorrect.">
            <a:extLst>
              <a:ext uri="{FF2B5EF4-FFF2-40B4-BE49-F238E27FC236}">
                <a16:creationId xmlns:a16="http://schemas.microsoft.com/office/drawing/2014/main" id="{7CFD2294-F966-ED5A-0100-44BA1AC3A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900" y="6123522"/>
            <a:ext cx="3881581" cy="75120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0942"/>
          </a:xfrm>
        </p:spPr>
        <p:txBody>
          <a:bodyPr>
            <a:normAutofit fontScale="90000"/>
          </a:bodyPr>
          <a:lstStyle/>
          <a:p>
            <a:r>
              <a:rPr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&amp; 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4586748" cy="6463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Tables: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Country, Emission, Population,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Production, GDP, Consumption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E660F-8FAE-F5F8-3BD3-4732742DA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2532461"/>
            <a:ext cx="8770374" cy="4128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A6CCB0-1336-A067-4874-A5E77F5BC799}"/>
              </a:ext>
            </a:extLst>
          </p:cNvPr>
          <p:cNvSpPr txBox="1"/>
          <p:nvPr/>
        </p:nvSpPr>
        <p:spPr>
          <a:xfrm>
            <a:off x="5043949" y="685799"/>
            <a:ext cx="395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ensure data integrity across years.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D1DE4-8043-7CF9-DDDD-784BD805CBA5}"/>
              </a:ext>
            </a:extLst>
          </p:cNvPr>
          <p:cNvSpPr txBox="1"/>
          <p:nvPr/>
        </p:nvSpPr>
        <p:spPr>
          <a:xfrm>
            <a:off x="457200" y="1332131"/>
            <a:ext cx="4989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Relationships: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Country ↔ Emission, Production, Consumption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Population ↔ Country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GDP ↔ Country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DE9D14-FA31-6FC5-6F44-DFD87C596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07" y="1476547"/>
            <a:ext cx="3825572" cy="68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F52943-64DA-3033-A9B9-1C6A9E951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07" y="2730616"/>
            <a:ext cx="3825572" cy="1082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547052-8398-5C25-665C-C7C4D405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07" y="4436277"/>
            <a:ext cx="3825572" cy="815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F86025-2F1E-279C-0891-51997CF23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4108" y="1492002"/>
            <a:ext cx="3482643" cy="9297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B39CA9-2F23-E0D6-5249-FF09E02EF9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4108" y="2727899"/>
            <a:ext cx="3444539" cy="8313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261EAB-F35D-0457-D699-C3319485E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9832" y="4277033"/>
            <a:ext cx="3482643" cy="10965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0AB4FB-1A01-DB42-F398-C36DC8ABBA3D}"/>
              </a:ext>
            </a:extLst>
          </p:cNvPr>
          <p:cNvSpPr txBox="1"/>
          <p:nvPr/>
        </p:nvSpPr>
        <p:spPr>
          <a:xfrm>
            <a:off x="2497393" y="331080"/>
            <a:ext cx="4129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A black and red text&#10;&#10;AI-generated content may be incorrect.">
            <a:extLst>
              <a:ext uri="{FF2B5EF4-FFF2-40B4-BE49-F238E27FC236}">
                <a16:creationId xmlns:a16="http://schemas.microsoft.com/office/drawing/2014/main" id="{143C4F32-6785-BB9F-B99C-3FB61A10A8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5900" y="6113690"/>
            <a:ext cx="3881581" cy="75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66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E35C1A-629C-A0AC-0AEF-E3E00BE7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09" y="1209368"/>
            <a:ext cx="2841523" cy="4886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89D2E7-3980-A022-F581-86F954C72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690" y="1209368"/>
            <a:ext cx="6312311" cy="50341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89EF23-5B0B-E4EA-7A6D-7D375075C677}"/>
              </a:ext>
            </a:extLst>
          </p:cNvPr>
          <p:cNvSpPr txBox="1"/>
          <p:nvPr/>
        </p:nvSpPr>
        <p:spPr>
          <a:xfrm>
            <a:off x="216310" y="614515"/>
            <a:ext cx="3076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954A4-051C-9E4C-CEAF-B85F5B5F11A6}"/>
              </a:ext>
            </a:extLst>
          </p:cNvPr>
          <p:cNvSpPr txBox="1"/>
          <p:nvPr/>
        </p:nvSpPr>
        <p:spPr>
          <a:xfrm>
            <a:off x="4572000" y="690714"/>
            <a:ext cx="3510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 TABLE</a:t>
            </a:r>
          </a:p>
        </p:txBody>
      </p:sp>
      <p:pic>
        <p:nvPicPr>
          <p:cNvPr id="2" name="Picture 1" descr="A black and red text&#10;&#10;AI-generated content may be incorrect.">
            <a:extLst>
              <a:ext uri="{FF2B5EF4-FFF2-40B4-BE49-F238E27FC236}">
                <a16:creationId xmlns:a16="http://schemas.microsoft.com/office/drawing/2014/main" id="{EC6E9ACE-8BBA-423E-A1BE-B4EF616FE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613" y="6106799"/>
            <a:ext cx="4080387" cy="7512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40AD3F-312F-BC13-E19C-67D0743A9523}"/>
              </a:ext>
            </a:extLst>
          </p:cNvPr>
          <p:cNvSpPr txBox="1"/>
          <p:nvPr/>
        </p:nvSpPr>
        <p:spPr>
          <a:xfrm>
            <a:off x="2202425" y="-36854"/>
            <a:ext cx="3871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Inserting Table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410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C7758-7AA1-8C18-6F49-BF3685622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9" y="1081548"/>
            <a:ext cx="4076506" cy="4876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0AFBFD-3CFE-8A92-3793-6510C937CBB3}"/>
              </a:ext>
            </a:extLst>
          </p:cNvPr>
          <p:cNvSpPr txBox="1"/>
          <p:nvPr/>
        </p:nvSpPr>
        <p:spPr>
          <a:xfrm>
            <a:off x="619430" y="363278"/>
            <a:ext cx="4076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FCE6E6-DAF2-859A-4854-52F608AC7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941" y="1081548"/>
            <a:ext cx="5565059" cy="47686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A9F518-CCFC-2763-0A20-073205CCD790}"/>
              </a:ext>
            </a:extLst>
          </p:cNvPr>
          <p:cNvSpPr txBox="1"/>
          <p:nvPr/>
        </p:nvSpPr>
        <p:spPr>
          <a:xfrm>
            <a:off x="4896462" y="363277"/>
            <a:ext cx="330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TABLE</a:t>
            </a:r>
          </a:p>
        </p:txBody>
      </p:sp>
      <p:pic>
        <p:nvPicPr>
          <p:cNvPr id="2" name="Picture 1" descr="A black and red text&#10;&#10;AI-generated content may be incorrect.">
            <a:extLst>
              <a:ext uri="{FF2B5EF4-FFF2-40B4-BE49-F238E27FC236}">
                <a16:creationId xmlns:a16="http://schemas.microsoft.com/office/drawing/2014/main" id="{E858145C-8083-C3B5-55FF-4A377C316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237" y="6106799"/>
            <a:ext cx="4026763" cy="75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8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06AD81-A6FF-A2FC-9CB8-A8D8945ED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5" y="1042219"/>
            <a:ext cx="3519948" cy="5535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3F3DD8-C8E3-67F0-FAD2-EDEB1B51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916" y="1042219"/>
            <a:ext cx="4965290" cy="53290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7B438F-31D5-0FB7-B22B-7A8C4F8F0E17}"/>
              </a:ext>
            </a:extLst>
          </p:cNvPr>
          <p:cNvSpPr txBox="1"/>
          <p:nvPr/>
        </p:nvSpPr>
        <p:spPr>
          <a:xfrm>
            <a:off x="1317524" y="374075"/>
            <a:ext cx="298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7BFB1-D62A-B0CD-6EA3-74661BE2F775}"/>
              </a:ext>
            </a:extLst>
          </p:cNvPr>
          <p:cNvSpPr txBox="1"/>
          <p:nvPr/>
        </p:nvSpPr>
        <p:spPr>
          <a:xfrm>
            <a:off x="4640826" y="398205"/>
            <a:ext cx="3527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TABLE</a:t>
            </a:r>
          </a:p>
        </p:txBody>
      </p:sp>
      <p:pic>
        <p:nvPicPr>
          <p:cNvPr id="2" name="Picture 1" descr="A black and red text&#10;&#10;AI-generated content may be incorrect.">
            <a:extLst>
              <a:ext uri="{FF2B5EF4-FFF2-40B4-BE49-F238E27FC236}">
                <a16:creationId xmlns:a16="http://schemas.microsoft.com/office/drawing/2014/main" id="{B227272C-BE78-5466-5E27-5FE5538EE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237" y="6371302"/>
            <a:ext cx="4026763" cy="4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4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nergy Consumption Pictures | Download Free Images on Unsplash">
            <a:extLst>
              <a:ext uri="{FF2B5EF4-FFF2-40B4-BE49-F238E27FC236}">
                <a16:creationId xmlns:a16="http://schemas.microsoft.com/office/drawing/2014/main" id="{5B5F8876-CBF8-1064-1215-4C0B8CDE3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(Use Cases)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What is the total emission per country?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 5 countries by GDP in the latest year.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Energy production vs consumption (Net Energy).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Trends in emissions, GDP, and population over years.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Energy consumption per capita over the last decade.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Energy production per capita across countries.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Countries with highest consumption relative to GDP.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 10 most populated countries and their emissions.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Countries reducing per capita emissions over time.</a:t>
            </a:r>
          </a:p>
        </p:txBody>
      </p:sp>
      <p:pic>
        <p:nvPicPr>
          <p:cNvPr id="4" name="Picture 3" descr="A black and red text&#10;&#10;AI-generated content may be incorrect.">
            <a:extLst>
              <a:ext uri="{FF2B5EF4-FFF2-40B4-BE49-F238E27FC236}">
                <a16:creationId xmlns:a16="http://schemas.microsoft.com/office/drawing/2014/main" id="{212B561E-4D8D-0B32-3A95-8B42338A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237" y="6233537"/>
            <a:ext cx="4027948" cy="62446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9EC1-567F-FB64-A71A-F2F93A35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emission per country for the most recent year available?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07" y="1417638"/>
            <a:ext cx="7898743" cy="265112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07" y="4068762"/>
            <a:ext cx="3092450" cy="2429782"/>
          </a:xfrm>
          <a:prstGeom prst="rect">
            <a:avLst/>
          </a:prstGeom>
        </p:spPr>
      </p:pic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D2E61C75-BC5F-0B6B-CE32-4E7CE7E6C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237" y="6087135"/>
            <a:ext cx="4027948" cy="751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D25549-D78B-5443-731E-9CB4275B3847}"/>
              </a:ext>
            </a:extLst>
          </p:cNvPr>
          <p:cNvSpPr txBox="1"/>
          <p:nvPr/>
        </p:nvSpPr>
        <p:spPr>
          <a:xfrm>
            <a:off x="3667973" y="4273467"/>
            <a:ext cx="530887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total emissions (528)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the listed countries, making it the leading contributor in this group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Argentina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lowest emissions in this list, but still represents a notable contribution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32625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5 countries by GDP in the most recent year?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4" y="1278219"/>
            <a:ext cx="4154488" cy="202009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9"/>
          <a:stretch/>
        </p:blipFill>
        <p:spPr>
          <a:xfrm>
            <a:off x="204564" y="3559688"/>
            <a:ext cx="3659051" cy="2552700"/>
          </a:xfrm>
          <a:prstGeom prst="rect">
            <a:avLst/>
          </a:prstGeom>
        </p:spPr>
      </p:pic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02336F30-9464-BD88-0AA8-11142D500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52" y="6106799"/>
            <a:ext cx="4027948" cy="751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E0643F-71FA-9ECE-C3FD-E6E1050DC02D}"/>
              </a:ext>
            </a:extLst>
          </p:cNvPr>
          <p:cNvSpPr txBox="1"/>
          <p:nvPr/>
        </p:nvSpPr>
        <p:spPr>
          <a:xfrm>
            <a:off x="4359052" y="3559688"/>
            <a:ext cx="458038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GDP (28,673.24)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list, significantly higher than the others, indicating stronger economic output among these countries.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countries —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Algeria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Guatemala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have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and relatively similar GDP levels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comparable economic scales in this group.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34243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energy production and consumption by country and year.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36" y="1300956"/>
            <a:ext cx="4428329" cy="2877344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36" y="4300434"/>
            <a:ext cx="4513109" cy="1951038"/>
          </a:xfrm>
          <a:prstGeom prst="rect">
            <a:avLst/>
          </a:prstGeom>
        </p:spPr>
      </p:pic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A0C01B7C-098F-562C-E186-1138CDB21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275" y="6106799"/>
            <a:ext cx="4027948" cy="751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362838-E33B-5891-0E43-D4FB04CC8CA0}"/>
              </a:ext>
            </a:extLst>
          </p:cNvPr>
          <p:cNvSpPr txBox="1"/>
          <p:nvPr/>
        </p:nvSpPr>
        <p:spPr>
          <a:xfrm>
            <a:off x="4768645" y="2476931"/>
            <a:ext cx="41557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production balance (33 in 2021), indicating the largest surplus among the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Smaller producers like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Burundi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Djibouti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minimal surplus, reflecting lower production capacity.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spans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2020–2021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surplus production occurs across different years and regions.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85751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global emissions changed year over year?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29" y="1569244"/>
            <a:ext cx="4489591" cy="190420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29" y="3799524"/>
            <a:ext cx="2951988" cy="1981200"/>
          </a:xfrm>
          <a:prstGeom prst="rect">
            <a:avLst/>
          </a:prstGeom>
        </p:spPr>
      </p:pic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F0DA4A87-F439-5A6F-663A-5B3396D84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52" y="6106799"/>
            <a:ext cx="4027948" cy="751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ECEFCE-F13F-F021-A070-369D5DDF887E}"/>
              </a:ext>
            </a:extLst>
          </p:cNvPr>
          <p:cNvSpPr txBox="1"/>
          <p:nvPr/>
        </p:nvSpPr>
        <p:spPr>
          <a:xfrm>
            <a:off x="4060723" y="4050987"/>
            <a:ext cx="49259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emissions are increased over the year 2020 –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emissions rise each year  with the largest jump between 2020 and 2021 and smallest between 2021 and 2022.</a:t>
            </a:r>
          </a:p>
        </p:txBody>
      </p:sp>
    </p:spTree>
    <p:extLst>
      <p:ext uri="{BB962C8B-B14F-4D97-AF65-F5344CB8AC3E}">
        <p14:creationId xmlns:p14="http://schemas.microsoft.com/office/powerpoint/2010/main" val="30628168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trend in GDP for each country over the given years?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46" y="1464341"/>
            <a:ext cx="3362434" cy="2035969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46" y="3648434"/>
            <a:ext cx="3362434" cy="2531806"/>
          </a:xfrm>
          <a:prstGeom prst="rect">
            <a:avLst/>
          </a:prstGeom>
        </p:spPr>
      </p:pic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394FFF2F-2EF5-2D1D-15F2-6E3B964E5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237" y="6106799"/>
            <a:ext cx="4027948" cy="7512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078D35-B2A8-4E6B-DBB9-5C5555E46230}"/>
              </a:ext>
            </a:extLst>
          </p:cNvPr>
          <p:cNvSpPr txBox="1"/>
          <p:nvPr/>
        </p:nvSpPr>
        <p:spPr>
          <a:xfrm>
            <a:off x="4109884" y="3165820"/>
            <a:ext cx="486696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rises steadily from 40.05 in 2021 to 45.21 in 2024, indicating about 12.8% growth over the three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shows GDP of 215.90 in 2020, but the next two rows have the years and GDP values swapped (2020 and 2021 appear as GDP figures). This likely indicates a data entry mistake.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86622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emission-to-GDP ratio for each country by year?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62" y="1417638"/>
            <a:ext cx="4829175" cy="25527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62" y="4032250"/>
            <a:ext cx="3676650" cy="2641600"/>
          </a:xfrm>
          <a:prstGeom prst="rect">
            <a:avLst/>
          </a:prstGeom>
        </p:spPr>
      </p:pic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39E7A9DD-69E0-918E-4C08-7E54E0A54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237" y="6106799"/>
            <a:ext cx="4027948" cy="751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331F8B-FFDF-B2A6-5623-EB405DF91F01}"/>
              </a:ext>
            </a:extLst>
          </p:cNvPr>
          <p:cNvSpPr txBox="1"/>
          <p:nvPr/>
        </p:nvSpPr>
        <p:spPr>
          <a:xfrm>
            <a:off x="4570412" y="4393921"/>
            <a:ext cx="44850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Albania is becoming more carbon-efficient - generating more economic output per unit of emissions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Argentina’s economic growth is closely tied to emission growth - limited decoupling observed.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711020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have the highest energy consumption relative to GDP?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89819"/>
            <a:ext cx="5628980" cy="283051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248150"/>
            <a:ext cx="4219575" cy="2457450"/>
          </a:xfrm>
          <a:prstGeom prst="rect">
            <a:avLst/>
          </a:prstGeom>
        </p:spPr>
      </p:pic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C131A802-B5AB-1E83-7734-F73E8380E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336" y="6106799"/>
            <a:ext cx="3903663" cy="751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077AAE-F369-C56C-5648-8EA8477D510A}"/>
              </a:ext>
            </a:extLst>
          </p:cNvPr>
          <p:cNvSpPr txBox="1"/>
          <p:nvPr/>
        </p:nvSpPr>
        <p:spPr>
          <a:xfrm>
            <a:off x="4676775" y="4389518"/>
            <a:ext cx="434140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zero values in  total consumption_ suggest the data is either unavailable, not recorded, or not applicable for these countries in 2020.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contains non‑zero figures, indicating economic output data is available.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961959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global average GDP, emission, and population by year?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1263982"/>
            <a:ext cx="4200525" cy="363537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4940275"/>
            <a:ext cx="4269351" cy="1542124"/>
          </a:xfrm>
          <a:prstGeom prst="rect">
            <a:avLst/>
          </a:prstGeom>
        </p:spPr>
      </p:pic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03BCCD61-9C2F-857F-6D9D-60A63C4F3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62" y="6106799"/>
            <a:ext cx="3652838" cy="751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53881-121A-9F2E-D03A-EC9723EA56BB}"/>
              </a:ext>
            </a:extLst>
          </p:cNvPr>
          <p:cNvSpPr txBox="1"/>
          <p:nvPr/>
        </p:nvSpPr>
        <p:spPr>
          <a:xfrm>
            <a:off x="4699820" y="3675784"/>
            <a:ext cx="44441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declines steadily from 1054.45 (2020) to 865.8 (2023), indicating a downward economic performance over the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emission drops sharply from 573.89 in 2020 to 292.55 in 2021, then rises in 2022 (391.32) and falls again in 2023 (352.83), suggesting fluctuating emission levels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7795482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4100E-3E83-27CE-90EA-0656C22AF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9" y="1160658"/>
            <a:ext cx="4857668" cy="2043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31588E-63D9-81F1-7E9C-47A5EF964581}"/>
              </a:ext>
            </a:extLst>
          </p:cNvPr>
          <p:cNvSpPr txBox="1"/>
          <p:nvPr/>
        </p:nvSpPr>
        <p:spPr>
          <a:xfrm>
            <a:off x="1032387" y="474546"/>
            <a:ext cx="7826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reducing per capita emissions over time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646E24-8515-4AE4-9E72-636F2223C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09" y="3429001"/>
            <a:ext cx="3362633" cy="3148780"/>
          </a:xfrm>
          <a:prstGeom prst="rect">
            <a:avLst/>
          </a:prstGeom>
        </p:spPr>
      </p:pic>
      <p:pic>
        <p:nvPicPr>
          <p:cNvPr id="8" name="Picture 7" descr="A black and red text&#10;&#10;AI-generated content may be incorrect.">
            <a:extLst>
              <a:ext uri="{FF2B5EF4-FFF2-40B4-BE49-F238E27FC236}">
                <a16:creationId xmlns:a16="http://schemas.microsoft.com/office/drawing/2014/main" id="{EEECA9C3-50B7-B582-0185-4AC9D6B94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62" y="6106799"/>
            <a:ext cx="3652838" cy="7512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26DEDB-05EB-8010-7F35-A027675C3DAD}"/>
              </a:ext>
            </a:extLst>
          </p:cNvPr>
          <p:cNvSpPr txBox="1"/>
          <p:nvPr/>
        </p:nvSpPr>
        <p:spPr>
          <a:xfrm>
            <a:off x="4734612" y="3366875"/>
            <a:ext cx="412425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“lowest emission” column lacks variation, making the data unusable for comparative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includes diverse geographic regions (e.g., Antarctica, American Samoa), hinting at a global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of the source or data-cleaning steps is needed to replace these placeholders with actual emission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492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mbatting AI Energy Consumption through Renewable Sources - Spiceworks">
            <a:extLst>
              <a:ext uri="{FF2B5EF4-FFF2-40B4-BE49-F238E27FC236}">
                <a16:creationId xmlns:a16="http://schemas.microsoft.com/office/drawing/2014/main" id="{D1B3FCD0-F0BE-832D-2F78-758AC99B6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Most recent year total emissions show leading contributors.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GDP rankings highlight economic powerhouses.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Net energy balance shows dependency vs surplus.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Yearly trends reveal increasing consumption 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economies.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 capita metrics provide fairness of energy distribution.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Global comparisons highlight inequalities.</a:t>
            </a:r>
          </a:p>
        </p:txBody>
      </p:sp>
      <p:pic>
        <p:nvPicPr>
          <p:cNvPr id="4" name="Picture 3" descr="A black and red text&#10;&#10;AI-generated content may be incorrect.">
            <a:extLst>
              <a:ext uri="{FF2B5EF4-FFF2-40B4-BE49-F238E27FC236}">
                <a16:creationId xmlns:a16="http://schemas.microsoft.com/office/drawing/2014/main" id="{F1E259CD-4663-F60E-2756-735E71DA9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052" y="6106799"/>
            <a:ext cx="4027948" cy="751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emissions concentrated in top economies.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Renewable energy adoption critical for reducing per capita emissions.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Countries with rapid population growth face higher energy demand.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Major economies must focus on balancing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&amp; consumption.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Data-driven policies can ensure sustainable global development.</a:t>
            </a:r>
          </a:p>
        </p:txBody>
      </p:sp>
      <p:pic>
        <p:nvPicPr>
          <p:cNvPr id="4098" name="Picture 2" descr="Explain Scientific Solutions To Help Industries Reduce Their Energy  Consumption">
            <a:extLst>
              <a:ext uri="{FF2B5EF4-FFF2-40B4-BE49-F238E27FC236}">
                <a16:creationId xmlns:a16="http://schemas.microsoft.com/office/drawing/2014/main" id="{50CAB390-493B-2367-EFA0-0AC31A79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and red text&#10;&#10;AI-generated content may be incorrect.">
            <a:extLst>
              <a:ext uri="{FF2B5EF4-FFF2-40B4-BE49-F238E27FC236}">
                <a16:creationId xmlns:a16="http://schemas.microsoft.com/office/drawing/2014/main" id="{7D64EDA7-9573-F062-E9E7-CE0C3FC8B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052" y="6097117"/>
            <a:ext cx="4027948" cy="751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nergy consumption increasing at twice the average rate - Energy Magazine">
            <a:extLst>
              <a:ext uri="{FF2B5EF4-FFF2-40B4-BE49-F238E27FC236}">
                <a16:creationId xmlns:a16="http://schemas.microsoft.com/office/drawing/2014/main" id="{5EBB2EBE-E955-3102-C131-4AA60A2DF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SQL-based database helps analyze global energy and emissions.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insights into GDP, population, and consumption trends.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Identifies countries leading in emissions and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use.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Useful for policy makers, environmental researchers, and energy planners.</a:t>
            </a:r>
          </a:p>
        </p:txBody>
      </p:sp>
      <p:pic>
        <p:nvPicPr>
          <p:cNvPr id="4" name="Picture 3" descr="A black and red text&#10;&#10;AI-generated content may be incorrect.">
            <a:extLst>
              <a:ext uri="{FF2B5EF4-FFF2-40B4-BE49-F238E27FC236}">
                <a16:creationId xmlns:a16="http://schemas.microsoft.com/office/drawing/2014/main" id="{82CEC151-AF03-F7C9-1E3F-BC3438584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052" y="6106798"/>
            <a:ext cx="4027948" cy="751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art 1: Facing Your Biggest Life Challenges - 8 Steps to Recovery - Home  Dialysis Central">
            <a:extLst>
              <a:ext uri="{FF2B5EF4-FFF2-40B4-BE49-F238E27FC236}">
                <a16:creationId xmlns:a16="http://schemas.microsoft.com/office/drawing/2014/main" id="{024F9BFE-1D3C-AB26-800B-0F84A17BF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Designing schema to capture multi-dimensional data (GDP, Population, Energy).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Ensuring referential integrity with foreign keys.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Handling missing/incorrect year data.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Writing queries with complex joins &amp; calculations.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Interpreting large dataset results into actionable insights.</a:t>
            </a:r>
          </a:p>
        </p:txBody>
      </p:sp>
      <p:pic>
        <p:nvPicPr>
          <p:cNvPr id="4" name="Picture 3" descr="A black and red text&#10;&#10;AI-generated content may be incorrect.">
            <a:extLst>
              <a:ext uri="{FF2B5EF4-FFF2-40B4-BE49-F238E27FC236}">
                <a16:creationId xmlns:a16="http://schemas.microsoft.com/office/drawing/2014/main" id="{28A6C4B2-1F71-556D-C30D-1BFCB67BA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052" y="6106799"/>
            <a:ext cx="4027948" cy="751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7A2050-4F6D-0929-5209-6AC3413E2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5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</TotalTime>
  <Words>976</Words>
  <Application>Microsoft Office PowerPoint</Application>
  <PresentationFormat>On-screen Show (4:3)</PresentationFormat>
  <Paragraphs>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Project on Energy Consumption &amp; Emission SQL Project</vt:lpstr>
      <vt:lpstr>Objectives of Project</vt:lpstr>
      <vt:lpstr>Database Schema &amp; ER Diagram</vt:lpstr>
      <vt:lpstr>PowerPoint Presentation</vt:lpstr>
      <vt:lpstr>PowerPoint Presentation</vt:lpstr>
      <vt:lpstr>PowerPoint Presentation</vt:lpstr>
      <vt:lpstr>PowerPoint Presentation</vt:lpstr>
      <vt:lpstr>Key Analysis Questions (Use Cases)</vt:lpstr>
      <vt:lpstr>What is the total emission per country for the most recent year available?</vt:lpstr>
      <vt:lpstr>What are the top 5 countries by GDP in the most recent year?</vt:lpstr>
      <vt:lpstr>Compare energy production and consumption by country and year.</vt:lpstr>
      <vt:lpstr>How global emissions changed year over year?</vt:lpstr>
      <vt:lpstr> What is the trend in GDP for each country over the given years?</vt:lpstr>
      <vt:lpstr>What is the emission-to-GDP ratio for each country by year?</vt:lpstr>
      <vt:lpstr>Which countries have the highest energy consumption relative to GDP?</vt:lpstr>
      <vt:lpstr> What is the global average GDP, emission, and population by year?</vt:lpstr>
      <vt:lpstr>PowerPoint Presentation</vt:lpstr>
      <vt:lpstr>SQL Query Results &amp; Insights</vt:lpstr>
      <vt:lpstr>Final Business Insights &amp; Recommendations</vt:lpstr>
      <vt:lpstr>Conclusion</vt:lpstr>
      <vt:lpstr>Experience &amp; Challenges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on Energy Consumption &amp; Emission SQL Project</dc:title>
  <dc:subject/>
  <dc:creator>SHAIK.MOHAMMAD. AKHIL</dc:creator>
  <cp:keywords/>
  <dc:description>generated using python-pptx</dc:description>
  <cp:lastModifiedBy>sivvala ganesh</cp:lastModifiedBy>
  <cp:revision>13</cp:revision>
  <dcterms:created xsi:type="dcterms:W3CDTF">2013-01-27T09:14:16Z</dcterms:created>
  <dcterms:modified xsi:type="dcterms:W3CDTF">2026-02-28T07:06:50Z</dcterms:modified>
  <cp:category/>
</cp:coreProperties>
</file>